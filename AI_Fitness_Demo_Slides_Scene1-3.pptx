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Fitness Log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Tianfei Xu</a:t>
            </a:r>
          </a:p>
          <a:p>
            <a:r>
              <a:t>Master of Computer Science, Colorado School of Mines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Purpose: build an AI-powered fitness assistant</a:t>
            </a:r>
          </a:p>
          <a:p>
            <a:r>
              <a:t>• Python + Streamlit for the interface</a:t>
            </a:r>
          </a:p>
          <a:p>
            <a:r>
              <a:t>• Pandas for data processing</a:t>
            </a:r>
          </a:p>
          <a:p>
            <a:r>
              <a:t>• Altair for visualization</a:t>
            </a:r>
          </a:p>
          <a:p>
            <a:r>
              <a:t>• OpenAI API for parsing logs and generating suggestions</a:t>
            </a:r>
          </a:p>
          <a:p>
            <a:r>
              <a:t>• Demonstrates ability to learn and integrate new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workout text</a:t>
            </a:r>
          </a:p>
          <a:p>
            <a:r>
              <a:t>2. System sends text to OpenAI API</a:t>
            </a:r>
          </a:p>
          <a:p>
            <a:r>
              <a:t>3. Parse into structured data (exercise, body part, sets, reps, minutes)</a:t>
            </a:r>
          </a:p>
          <a:p>
            <a:r>
              <a:t>4. Calculate calories, 7-day trends, and body-part heat map</a:t>
            </a:r>
          </a:p>
          <a:p>
            <a:r>
              <a:t>5. Generate personalized training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